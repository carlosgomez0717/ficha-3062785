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468" r:id="rId2"/>
    <p:sldId id="533" r:id="rId3"/>
    <p:sldId id="534" r:id="rId4"/>
    <p:sldId id="264" r:id="rId5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IEL DAVID BENAVIDES SANCHEZ" initials="DDBS" lastIdx="1" clrIdx="0">
    <p:extLst>
      <p:ext uri="{19B8F6BF-5375-455C-9EA6-DF929625EA0E}">
        <p15:presenceInfo xmlns:p15="http://schemas.microsoft.com/office/powerpoint/2012/main" userId="DANIEL DAVID BENAVIDES SANCHE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FFFFFF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A0472C-E42D-409B-8C27-DB2E802EEC81}" v="33" dt="2022-10-19T17:09:15.3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63" d="100"/>
          <a:sy n="63" d="100"/>
        </p:scale>
        <p:origin x="92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28" Type="http://schemas.microsoft.com/office/2015/10/relationships/revisionInfo" Target="revisionInfo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22/05/2023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upport.google.com/accounts/answer/185833?visit_id=638151843764171377-2280260109&amp;p=InvalidSecondFactor&amp;rd=1" TargetMode="Externa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1696462" y="2262277"/>
            <a:ext cx="9322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001" sz="5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Mailer(Correo electronico)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2" name="Rectángulo 1"/>
          <p:cNvSpPr/>
          <p:nvPr/>
        </p:nvSpPr>
        <p:spPr>
          <a:xfrm>
            <a:off x="3064021" y="3578275"/>
            <a:ext cx="60655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001" sz="3600" b="1" dirty="0">
                <a:solidFill>
                  <a:srgbClr val="38AA00"/>
                </a:solidFill>
                <a:latin typeface="Work Sans" pitchFamily="2" charset="77"/>
              </a:rPr>
              <a:t>Instructor:</a:t>
            </a:r>
          </a:p>
          <a:p>
            <a:pPr algn="ctr"/>
            <a:r>
              <a:rPr lang="en-001" sz="3600" b="1" dirty="0">
                <a:solidFill>
                  <a:srgbClr val="00324D"/>
                </a:solidFill>
                <a:latin typeface="Work Sans" pitchFamily="2" charset="77"/>
              </a:rPr>
              <a:t>Carlos Daniel Gomez Daza</a:t>
            </a:r>
            <a:endParaRPr lang="es-ES" sz="3600" b="1" dirty="0">
              <a:solidFill>
                <a:srgbClr val="00324D"/>
              </a:solidFill>
              <a:latin typeface="Work Sa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Pasos para configurar Mailer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75360" y="1938219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algn="just">
              <a:buAutoNum type="arabicPeriod"/>
            </a:pPr>
            <a:r>
              <a:rPr lang="en-001" dirty="0" smtClean="0"/>
              <a:t>Crear un proyecto en Flutter</a:t>
            </a:r>
          </a:p>
          <a:p>
            <a:pPr marL="342900" indent="-342900" algn="just">
              <a:buAutoNum type="arabicPeriod"/>
            </a:pPr>
            <a:r>
              <a:rPr lang="es-ES" dirty="0"/>
              <a:t>En la terminal del proyecto, colocar el siguiente comando "</a:t>
            </a:r>
            <a:r>
              <a:rPr lang="es-ES" dirty="0" err="1"/>
              <a:t>flutter</a:t>
            </a:r>
            <a:r>
              <a:rPr lang="es-ES" dirty="0"/>
              <a:t> pub </a:t>
            </a:r>
            <a:r>
              <a:rPr lang="es-ES" dirty="0" err="1"/>
              <a:t>add</a:t>
            </a:r>
            <a:r>
              <a:rPr lang="es-ES" dirty="0"/>
              <a:t> </a:t>
            </a:r>
            <a:r>
              <a:rPr lang="es-ES" dirty="0" err="1" smtClean="0"/>
              <a:t>mailer</a:t>
            </a:r>
            <a:r>
              <a:rPr lang="es-ES" dirty="0" smtClean="0"/>
              <a:t>“</a:t>
            </a:r>
            <a:endParaRPr lang="en-001" dirty="0" smtClean="0"/>
          </a:p>
          <a:p>
            <a:pPr marL="342900" indent="-342900" algn="just">
              <a:buAutoNum type="arabicPeriod"/>
            </a:pPr>
            <a:r>
              <a:rPr lang="es-ES" dirty="0" smtClean="0"/>
              <a:t>Configurar </a:t>
            </a:r>
            <a:r>
              <a:rPr lang="es-ES" dirty="0"/>
              <a:t>la cuenta de </a:t>
            </a:r>
            <a:r>
              <a:rPr lang="es-ES" dirty="0" err="1"/>
              <a:t>gmail</a:t>
            </a:r>
            <a:r>
              <a:rPr lang="es-ES" dirty="0"/>
              <a:t> usando una </a:t>
            </a:r>
            <a:r>
              <a:rPr lang="es-ES" dirty="0" err="1"/>
              <a:t>contrasena</a:t>
            </a:r>
            <a:r>
              <a:rPr lang="es-ES" dirty="0"/>
              <a:t> de </a:t>
            </a:r>
            <a:r>
              <a:rPr lang="es-ES" dirty="0" err="1"/>
              <a:t>aplicacion</a:t>
            </a:r>
            <a:r>
              <a:rPr lang="es-ES" dirty="0"/>
              <a:t>, </a:t>
            </a:r>
            <a:r>
              <a:rPr lang="es-ES" dirty="0" err="1"/>
              <a:t>aqui</a:t>
            </a:r>
            <a:r>
              <a:rPr lang="es-ES" dirty="0"/>
              <a:t> esta el link </a:t>
            </a:r>
            <a:r>
              <a:rPr lang="en-001" dirty="0" smtClean="0"/>
              <a:t>para mayor informacion: </a:t>
            </a:r>
            <a:r>
              <a:rPr lang="es-CO" dirty="0">
                <a:hlinkClick r:id="rId2"/>
              </a:rPr>
              <a:t>https://</a:t>
            </a:r>
            <a:r>
              <a:rPr lang="es-CO" dirty="0" smtClean="0">
                <a:hlinkClick r:id="rId2"/>
              </a:rPr>
              <a:t>support.google.com/accounts/answer/185833?visit_id=638151843764171377-2280260109&amp;p=InvalidSecondFactor&amp;rd=1</a:t>
            </a:r>
            <a:endParaRPr lang="en-001" dirty="0" smtClean="0"/>
          </a:p>
          <a:p>
            <a:pPr marL="342900" indent="-342900" algn="just">
              <a:buAutoNum type="arabicPeriod"/>
            </a:pPr>
            <a:r>
              <a:rPr lang="en-001" dirty="0" smtClean="0"/>
              <a:t>Colocar codigo main.dart</a:t>
            </a:r>
          </a:p>
          <a:p>
            <a:pPr marL="342900" indent="-342900" algn="just">
              <a:buAutoNum type="arabicPeriod"/>
            </a:pPr>
            <a:r>
              <a:rPr lang="es-ES" b="1" dirty="0"/>
              <a:t>Nota: </a:t>
            </a:r>
            <a:r>
              <a:rPr lang="es-ES" dirty="0"/>
              <a:t>la </a:t>
            </a:r>
            <a:r>
              <a:rPr lang="es-ES" dirty="0" err="1"/>
              <a:t>contrasena</a:t>
            </a:r>
            <a:r>
              <a:rPr lang="es-ES" dirty="0"/>
              <a:t> del </a:t>
            </a:r>
            <a:r>
              <a:rPr lang="es-ES" dirty="0" err="1"/>
              <a:t>smtp</a:t>
            </a:r>
            <a:r>
              <a:rPr lang="es-ES" dirty="0"/>
              <a:t> es la de </a:t>
            </a:r>
            <a:r>
              <a:rPr lang="es-ES" dirty="0" err="1"/>
              <a:t>aplicacion</a:t>
            </a:r>
            <a:r>
              <a:rPr lang="es-ES" dirty="0"/>
              <a:t>, no de la de su cuenta </a:t>
            </a:r>
            <a:r>
              <a:rPr lang="es-ES" dirty="0" err="1"/>
              <a:t>gmail</a:t>
            </a:r>
            <a:r>
              <a:rPr lang="es-ES" dirty="0"/>
              <a:t>.</a:t>
            </a:r>
            <a:endParaRPr lang="es-ES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9160" y="1436044"/>
            <a:ext cx="2681287" cy="524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56" y="110481"/>
            <a:ext cx="10515600" cy="1325563"/>
          </a:xfrm>
        </p:spPr>
        <p:txBody>
          <a:bodyPr/>
          <a:lstStyle/>
          <a:p>
            <a:r>
              <a:rPr lang="en-001" dirty="0" smtClean="0">
                <a:solidFill>
                  <a:schemeClr val="bg1"/>
                </a:solidFill>
                <a:latin typeface="Work Sans Medium" pitchFamily="2" charset="77"/>
              </a:rPr>
              <a:t> Configurar contraseña de aplicacion</a:t>
            </a:r>
            <a:endParaRPr lang="es-CO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75360" y="1938219"/>
            <a:ext cx="431292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eriod"/>
            </a:pPr>
            <a:r>
              <a:rPr lang="en-001" dirty="0" smtClean="0"/>
              <a:t>Ir a  cuentas de google e iniciar sesion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Ir en el menu lateral izquierdo, “Seguridad”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Configurar Verificacion en 2 pasos.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Ir a Contraseña de aplicaciones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Seleccionar aplicacion(Correo).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Seleccionar dispositivo(Otra-&gt;personalizado y dan un nombre)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Clic en generar.</a:t>
            </a:r>
          </a:p>
          <a:p>
            <a:pPr marL="342900" indent="-342900" algn="just">
              <a:buAutoNum type="arabicPeriod"/>
            </a:pPr>
            <a:r>
              <a:rPr lang="en-001" dirty="0" smtClean="0"/>
              <a:t>Colocar correo y contrasena de aplicacion en el archivo main.dart.</a:t>
            </a:r>
            <a:endParaRPr lang="en-001" dirty="0" smtClean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267" y="1716405"/>
            <a:ext cx="6448425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6332</TotalTime>
  <Words>140</Words>
  <Application>Microsoft Office PowerPoint</Application>
  <PresentationFormat>Panorámica</PresentationFormat>
  <Paragraphs>19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Work Sans</vt:lpstr>
      <vt:lpstr>Work Sans Medium</vt:lpstr>
      <vt:lpstr>Tema de Office</vt:lpstr>
      <vt:lpstr>Presentación de PowerPoint</vt:lpstr>
      <vt:lpstr>Pasos para configurar Mailer</vt:lpstr>
      <vt:lpstr> Configurar contraseña de aplicacion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SENA</cp:lastModifiedBy>
  <cp:revision>81</cp:revision>
  <dcterms:created xsi:type="dcterms:W3CDTF">2020-10-01T23:51:28Z</dcterms:created>
  <dcterms:modified xsi:type="dcterms:W3CDTF">2023-05-22T23:27:19Z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